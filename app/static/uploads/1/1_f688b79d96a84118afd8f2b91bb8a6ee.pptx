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Marriage Biodata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Jaid Nijam Shikalgar</a:t>
            </a:r>
          </a:p>
          <a:p>
            <a:r>
              <a:t>Contact: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 of Birth: </a:t>
            </a:r>
          </a:p>
          <a:p>
            <a:r>
              <a:t>Age: </a:t>
            </a:r>
          </a:p>
          <a:p>
            <a:r>
              <a:t>Height: </a:t>
            </a:r>
          </a:p>
          <a:p>
            <a:r>
              <a:t>Marital Status: Unmarried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Qualification:</a:t>
            </a:r>
          </a:p>
          <a:p>
            <a:r>
              <a:t>College / University: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Profession:</a:t>
            </a:r>
          </a:p>
          <a:p>
            <a:r>
              <a:t>Company:</a:t>
            </a:r>
          </a:p>
          <a:p>
            <a:r>
              <a:t>Annual Income: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Father:</a:t>
            </a:r>
          </a:p>
          <a:p>
            <a:r>
              <a:t>Mother:</a:t>
            </a:r>
          </a:p>
          <a:p>
            <a:r>
              <a:t>Siblings: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Lifestyle &amp; Hobbies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Hobbies:</a:t>
            </a:r>
          </a:p>
          <a:p>
            <a:r>
              <a:t>Food Habit:</a:t>
            </a:r>
          </a:p>
          <a:p>
            <a:r>
              <a:t>Smoking/Drinking: 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Preference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Well-educated</a:t>
            </a:r>
          </a:p>
          <a:p>
            <a:r>
              <a:t>Family-oriented</a:t>
            </a:r>
          </a:p>
          <a:p>
            <a:r>
              <a:t>Caring 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Mobile:</a:t>
            </a:r>
          </a:p>
          <a:p>
            <a:r>
              <a:t>Email:</a:t>
            </a:r>
          </a:p>
          <a:p>
            <a:r>
              <a:t>Address: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